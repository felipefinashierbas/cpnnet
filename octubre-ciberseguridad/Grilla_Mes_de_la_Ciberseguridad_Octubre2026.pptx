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 de la Ciberseguridad para nuestros partners de Chile, Perú y Colombia.
Reducir riesgo no es sumar herramientas: es cubrir los 6 frentes donde hoy se pierde el control: Identidades, Aplicaciones, Endpoints, Datos, Usuarios y Vulnerabilidades.
En CPNnet Security te acompañamos con una solución por pilar: Segura, Aikido, Faronics, Kriptos, Safetica y Vicarius (Chile y Perú) / Action1 (Colombia).
Durante octubre publicaremos un pilar por semana. Habla con tu ejecutivo CPNnet.
#CPNnetPartners #MesDeLaCiberseguridad #CPNnetSecurity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Identidades: ¿quién tiene acceso a los sistemas críticos de tu cliente?
Con Segura, las cuentas privilegiadas quedan en bóveda con rotación de credenciales, el acceso de terceros se da sin VPN y con sesiones grabadas, y se aplica mínimo privilegio en endpoints y gestión de secretos DevOps.
Revisemos juntos el acceso de terceros de tus clientes. Habla con tu ejecutivo CPNnet.
#CPNnetPartners #MesDeLaCiberseguridad #CPNnetSecurity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Mañana, webinar de Seceon para partners de CPNnet Security.
Conoce cómo un modelo multi-tenant y multi-nivel permite a un MSSP operar la seguridad de varios clientes desde una sola plataforma, con aiSIEM y aiXDR.
Inscríbete aquí: [link pendiente]
#CPNnetPartners #MesDeLaCiberseguridad #CPNnetSecurity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Datos: no se puede proteger lo que no se sabe que existe.
Kriptos clasifica documentos con varios modelos de IA, no con palabras clave. Aplica etiquetas nativas de Microsoft Purview y Google Workspace, y detecta permisos excesivos y archivos sobreexpuestos.
Puerta de entrada: Data Discovery Assessment. Habla con tu ejecutivo CPNnet.
#CPNnetPartners #MesDeLaCiberseguridad #CPNnetSecurity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Endpoints: reinicia y vuelve a empezar.
Con Faronics Deep Freeze, cada reinicio devuelve el equipo a su estado base. Está pensado para laboratorios, kioscos y salas de capacitación, y Deep Freeze Cloud permite administrar equipos remotos.
Piloto sugerido: 10 a 20 equipos de alto soporte. Es un complemento a tu antimalware, no un reemplazo: Faronics indica que Deep Freeze no detecta malware.
#CPNnetPartners #MesDeLaCiberseguridad #CPNnetSecurity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Mañana, webinar de Safetica para partners de CPNnet Security.
DLP con Insider Risk integrado en una sola propuesta: detecta patrones de riesgo como descargas masivas, copias y accesos fuera de horario.
Inscríbete aquí: [link pendiente]
#CPNnetPartners #MesDeLaCiberseguridad #CPNnetSecurity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Vulnerabilidades: del hallazgo a la corrección.
• Vicarius (Chile y Perú): patching, scripting y protección sin parche.
• Action1 (Colombia): patching automatizado, también de software de terceros y de equipos remotos sin VPN.
Puerta de entrada: assessment de remediación (Vicarius) o de patch compliance (Action1). Habla con tu ejecutivo CPNnet.
#CPNnetPartners #MesDeLaCiberseguridad #CPNnetSecurity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Aplicaciones: seguridad que los desarrolladores sí usan.
Aikido reúne código, dependencias y runtime en una sola plataforma. AutoTriage prioriza según alcanzabilidad (reachability) y AutoFix propone la versión segura y abre el pull request.
Demo de entrada: conectando uno o pocos repositorios.
#CPNnetPartners #MesDeLaCiberseguridad #CPNnetSecurity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CPNnet Security · Mes de la Ciberseguridad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Grilla de octubre 2026 para partners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piezas · lunes, miércoles y viernes (viernes = reel)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Chile · Perú · EE.UU. · Colombia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pieza por página, con su texto para Instagram y LinkedIn</a:t>
            </a:r>
            <a:endParaRPr lang="en-US" sz="1600" dirty="0"/>
          </a:p>
        </p:txBody>
      </p:sp>
      <p:pic>
        <p:nvPicPr>
          <p:cNvPr id="5" name="Image 0" descr="/home/user/CPNnet/octubre-ciberseguridad/v5-risk-reduction-portal/grilla-risk-redu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548640"/>
            <a:ext cx="4754880" cy="59093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pic>
        <p:nvPicPr>
          <p:cNvPr id="3" name="Image 0" descr="Lanzamien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612" y="274320"/>
            <a:ext cx="3549015" cy="6309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754880" y="4572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8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Mié 14 oct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754880" y="8686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Lanzamiento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19659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A8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PARA INSTAGRAM Y LINKEDIN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754880" y="2331720"/>
            <a:ext cx="68580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de la Ciberseguridad para nuestros partners de Chile, Perú y Colombia.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riesgo no es sumar herramientas: es cubrir los 6 frentes donde hoy se pierde el control: Identidades, Aplicaciones, Endpoints, Datos, Usuarios y Vulnerabilidades.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CPNnet Security te acompañamos con una solución por pilar: Segura, Aikido, Faronics, Kriptos, Safetica y Vicarius (Chile y Perú) / Action1 (Colombia).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octubre publicaremos un pilar por semana. Habla con tu ejecutivo CPNnet.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A8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#CPNnetPartners #MesDeLaCiberseguridad #CPNnetSecurity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pic>
        <p:nvPicPr>
          <p:cNvPr id="3" name="Image 0" descr="Reel · Identidades · Segu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612" y="274320"/>
            <a:ext cx="3549015" cy="6309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754880" y="4572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8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Vie 16 oct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754880" y="8686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Reel · Identidades · Segura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19659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A8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PARA INSTAGRAM Y LINKEDIN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754880" y="2331720"/>
            <a:ext cx="68580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Identidades: ¿quién tiene acceso a los sistemas críticos de tu cliente?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Segura, las cuentas privilegiadas quedan en bóveda con rotación de credenciales, el acceso de terceros se da sin VPN y con sesiones grabadas, y se aplica mínimo privilegio en endpoints y gestión de secretos DevOps.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Revisemos juntos el acceso de terceros de tus clientes. Habla con tu ejecutivo CPNnet.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A8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#CPNnetPartners #MesDeLaCiberseguridad #CPNnetSecurity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pic>
        <p:nvPicPr>
          <p:cNvPr id="3" name="Image 0" descr="Webinar Seceon · 20 de octub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612" y="274320"/>
            <a:ext cx="3549015" cy="6309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754880" y="4572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8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Lun 19 oct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754880" y="8686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Webinar Seceon · 20 de octubre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19659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A8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PARA INSTAGRAM Y LINKEDIN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754880" y="2331720"/>
            <a:ext cx="68580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Mañana, webinar de Seceon para partners de CPNnet Security.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 cómo un modelo multi-tenant y multi-nivel permite a un MSSP operar la seguridad de varios clientes desde una sola plataforma, con aiSIEM y aiXDR.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Inscríbete aquí: [link pendiente]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A8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#CPNnetPartners #MesDeLaCiberseguridad #CPNnetSecurity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pic>
        <p:nvPicPr>
          <p:cNvPr id="3" name="Image 0" descr="Datos · Kript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612" y="274320"/>
            <a:ext cx="3549015" cy="6309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754880" y="4572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8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Mié 21 oct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754880" y="8686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· Kriptos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19659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A8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PARA INSTAGRAM Y LINKEDIN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754880" y="2331720"/>
            <a:ext cx="68580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Datos: no se puede proteger lo que no se sabe que existe.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Kriptos clasifica documentos con varios modelos de IA, no con palabras clave. Aplica etiquetas nativas de Microsoft Purview y Google Workspace, y detecta permisos excesivos y archivos sobreexpuestos.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Puerta de entrada: Data Discovery Assessment. Habla con tu ejecutivo CPNnet.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A8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#CPNnetPartners #MesDeLaCiberseguridad #CPNnetSecurity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pic>
        <p:nvPicPr>
          <p:cNvPr id="3" name="Image 0" descr="Reel · Endpoints · Faronic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612" y="274320"/>
            <a:ext cx="3549015" cy="6309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754880" y="4572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8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Vie 23 oct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754880" y="8686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Reel · Endpoints · Faronics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19659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A8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PARA INSTAGRAM Y LINKEDIN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754880" y="2331720"/>
            <a:ext cx="68580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Endpoints: reinicia y vuelve a empezar.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Faronics Deep Freeze, cada reinicio devuelve el equipo a su estado base. Está pensado para laboratorios, kioscos y salas de capacitación, y Deep Freeze Cloud permite administrar equipos remotos.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sugerido: 10 a 20 equipos de alto soporte. Es un complemento a tu antimalware, no un reemplazo: Faronics indica que Deep Freeze no detecta malware.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A8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#CPNnetPartners #MesDeLaCiberseguridad #CPNnetSecurity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pic>
        <p:nvPicPr>
          <p:cNvPr id="3" name="Image 0" descr="Webinar Safetica · 27 de octub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612" y="274320"/>
            <a:ext cx="3549015" cy="6309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754880" y="4572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8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Lun 26 oct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754880" y="8686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Webinar Safetica · 27 de octubre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19659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A8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PARA INSTAGRAM Y LINKEDIN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754880" y="2331720"/>
            <a:ext cx="68580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Mañana, webinar de Safetica para partners de CPNnet Security.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con Insider Risk integrado en una sola propuesta: detecta patrones de riesgo como descargas masivas, copias y accesos fuera de horario.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Inscríbete aquí: [link pendiente]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A8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#CPNnetPartners #MesDeLaCiberseguridad #CPNnetSecurity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pic>
        <p:nvPicPr>
          <p:cNvPr id="3" name="Image 0" descr="Vulnerabilidades · Vicarius y Action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612" y="274320"/>
            <a:ext cx="3549015" cy="6309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754880" y="4572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8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Mié 28 oct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754880" y="8686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Vulnerabilidades · Vicarius y Action1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19659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A8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PARA INSTAGRAM Y LINKEDIN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754880" y="2331720"/>
            <a:ext cx="68580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Vulnerabilidades: del hallazgo a la corrección.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Vicarius (Chile y Perú): patching, scripting y protección sin parche.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Action1 (Colombia): patching automatizado, también de software de terceros y de equipos remotos sin VPN.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Puerta de entrada: assessment de remediación (Vicarius) o de patch compliance (Action1). Habla con tu ejecutivo CPNnet.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A8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#CPNnetPartners #MesDeLaCiberseguridad #CPNnetSecurity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pic>
        <p:nvPicPr>
          <p:cNvPr id="3" name="Image 0" descr="Reel · Aplicaciones · Aiki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612" y="274320"/>
            <a:ext cx="3549015" cy="6309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754880" y="4572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8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Vie 30 oct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754880" y="8686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Reel · Aplicaciones · Aikido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19659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A8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PARA INSTAGRAM Y LINKEDIN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754880" y="2331720"/>
            <a:ext cx="68580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Aplicaciones: seguridad que los desarrolladores sí usan.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Aikido reúne código, dependencias y runtime en una sola plataforma. AutoTriage prioriza según alcanzabilidad (reachability) y AutoFix propone la versión segura y abre el pull request.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 entrada: conectando uno o pocos repositorios.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A8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#CPNnetPartners #MesDeLaCiberseguridad #CPNnetSecurity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Grilla Mes de la Ciberseguridad - Octubre 2026</dc:title>
  <dc:subject>PptxGenJS Presentation</dc:subject>
  <dc:creator>PptxGenJS</dc:creator>
  <cp:lastModifiedBy>PptxGenJS</cp:lastModifiedBy>
  <cp:revision>1</cp:revision>
  <dcterms:created xsi:type="dcterms:W3CDTF">2026-10-16T15:17:59Z</dcterms:created>
  <dcterms:modified xsi:type="dcterms:W3CDTF">2026-10-16T15:17:59Z</dcterms:modified>
</cp:coreProperties>
</file>